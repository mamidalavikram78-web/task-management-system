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 Medium"/>
      <p:regular r:id="rId201314"/>
    </p:embeddedFont>
    <p:embeddedFont>
      <p:font typeface="Instrument Sans SemiBold"/>
      <p:regular r:id="rId201315"/>
    </p:embeddedFont>
    <p:embeddedFont>
      <p:font typeface="Instrument Sans Bold"/>
      <p:regular r:id="rId201316"/>
    </p:embeddedFont>
    <p:embeddedFont>
      <p:font typeface="Martian Mono"/>
      <p:regular r:id="rId201317"/>
    </p:embeddedFont>
    <p:embeddedFont>
      <p:font typeface="Martian Mono Medium"/>
      <p:regular r:id="rId201318"/>
    </p:embeddedFont>
    <p:embeddedFont>
      <p:font typeface="Martian Mono SemiBold"/>
      <p:regular r:id="rId201319"/>
    </p:embeddedFont>
    <p:embeddedFont>
      <p:font typeface="Martian Mono Bold"/>
      <p:regular r:id="rId201320"/>
    </p:embeddedFont>
    <p:embeddedFont>
      <p:font typeface="Open Sans Bold"/>
      <p:regular r:id="rId201321"/>
    </p:embeddedFont>
    <p:embeddedFont>
      <p:font typeface="Open Sans"/>
      <p:regular r:id="rId201322"/>
    </p:embeddedFont>
    <p:embeddedFont>
      <p:font typeface="Open Sans SemiBold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3-3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8729"/>
            <a:ext cx="6349841" cy="6560344"/>
          </a:xfrm>
          <a:prstGeom prst="roundRect">
            <a:avLst>
              <a:gd name="adj" fmla="val 420"/>
            </a:avLst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55591" y="453529"/>
            <a:ext cx="3621791" cy="311944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4" name="Text 2"/>
          <p:cNvSpPr/>
          <p:nvPr/>
        </p:nvSpPr>
        <p:spPr>
          <a:xfrm>
            <a:off x="482588" y="517029"/>
            <a:ext cx="3951982" cy="1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57" kern="100" dirty="0">
                <a:solidFill>
                  <a:srgbClr val="000000"/>
                </a:solidFill>
                <a:latin typeface="Martian Mono SemiBold" pitchFamily="34" charset="0"/>
                <a:ea typeface="Martian Mono SemiBold" pitchFamily="34" charset="-122"/>
                <a:cs typeface="Martian Mono SemiBold" pitchFamily="34" charset="-120"/>
              </a:rPr>
              <a:t>FRONTEND DEVELOPMENT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5591" y="968673"/>
            <a:ext cx="5638659" cy="2342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800" spc="-116" kern="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Task Management System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55591" y="3561358"/>
            <a:ext cx="624824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Development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5591" y="3986808"/>
            <a:ext cx="5638659" cy="163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Presented by:</a:t>
            </a:r>
            <a:endParaRPr lang="en-US" sz="105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2500030868- Syed Safdar Jamaal</a:t>
            </a:r>
            <a:endParaRPr lang="en-US" sz="105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2500032434-M.Vikram</a:t>
            </a:r>
            <a:endParaRPr lang="en-US" sz="105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2500031834-K.hari krishna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HTML5 | CSS3 | JavaScript | LocalStorage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94920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26" kern="100" dirty="0">
                <a:solidFill>
                  <a:srgbClr val="9A9A9A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6949207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80" kern="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Managing tasks should not create more 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168426"/>
            <a:ext cx="1737277" cy="57150"/>
          </a:xfrm>
          <a:prstGeom prst="roundRect">
            <a:avLst>
              <a:gd name="adj" fmla="val 49999"/>
            </a:avLst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74801"/>
            <a:ext cx="694920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task system should reduce the effort required to organize, remember, and review daily work.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58791" y="1073051"/>
            <a:ext cx="4023319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tasks are difficult to organize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Deadlines are easy to forget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Pending and completed work is hard to track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need one simple, responsive task interface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71524" y="6459835"/>
            <a:ext cx="3201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161" cy="27940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728663"/>
            <a:ext cx="67511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26" kern="100" dirty="0">
                <a:solidFill>
                  <a:srgbClr val="00000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WORKSPACE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0990" y="988318"/>
            <a:ext cx="6370180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80" kern="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focused workspace for every task</a:t>
            </a:r>
            <a:endParaRPr lang="en-US" sz="4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855" y="0"/>
            <a:ext cx="2095448" cy="2794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2952750"/>
            <a:ext cx="3911502" cy="1376958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6" y="3054350"/>
            <a:ext cx="355591" cy="355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396" y="3568700"/>
            <a:ext cx="360671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and organize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52396" y="3961408"/>
            <a:ext cx="37591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Create, edit, delete, and organize tasks.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216295" y="2952750"/>
            <a:ext cx="3759106" cy="1376958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1" y="3054350"/>
            <a:ext cx="355591" cy="355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68691" y="3568700"/>
            <a:ext cx="345431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progress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4368691" y="3961408"/>
            <a:ext cx="36067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pending and completed work.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280193" y="2952750"/>
            <a:ext cx="3911502" cy="1376958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589" y="3054350"/>
            <a:ext cx="355591" cy="355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32589" y="3568700"/>
            <a:ext cx="360671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 importance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8432589" y="3961408"/>
            <a:ext cx="37591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 important tasks.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0" y="4634508"/>
            <a:ext cx="3911502" cy="164365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9" name="Text 13"/>
          <p:cNvSpPr/>
          <p:nvPr/>
        </p:nvSpPr>
        <p:spPr>
          <a:xfrm>
            <a:off x="152396" y="4736108"/>
            <a:ext cx="360671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 quickly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52396" y="5128816"/>
            <a:ext cx="37591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Search, filter, and sort quickly.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216295" y="4634508"/>
            <a:ext cx="3759106" cy="1643658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691" y="4736108"/>
            <a:ext cx="355591" cy="355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68691" y="5250458"/>
            <a:ext cx="345431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 locally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4368691" y="5643166"/>
            <a:ext cx="36067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 task data with LocalStorage.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280193" y="4634508"/>
            <a:ext cx="3911502" cy="1643658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589" y="4736108"/>
            <a:ext cx="355591" cy="355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32589" y="5250458"/>
            <a:ext cx="360671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Stay clear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8432589" y="5643166"/>
            <a:ext cx="36067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 the interface responsive and visually clear.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1871524" y="6459835"/>
            <a:ext cx="3201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5555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26" kern="100" dirty="0">
                <a:solidFill>
                  <a:srgbClr val="9A9A9A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USER JOURNEY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615208"/>
            <a:ext cx="10972526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spc="-56" kern="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task entry to an updated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3169940"/>
            <a:ext cx="1097252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create tasks with a title, description, due date, priority, and category. The interface manages status, search, filters, progress, and browser-based storage.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862090"/>
            <a:ext cx="81297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5F54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4111030"/>
            <a:ext cx="1950592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236740"/>
            <a:ext cx="195069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864969" y="3862090"/>
            <a:ext cx="81297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5F54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64969" y="4111030"/>
            <a:ext cx="1950592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0" name="Text 8"/>
          <p:cNvSpPr/>
          <p:nvPr/>
        </p:nvSpPr>
        <p:spPr>
          <a:xfrm>
            <a:off x="2864969" y="4236740"/>
            <a:ext cx="195069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 Interface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120353" y="3862090"/>
            <a:ext cx="81297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5F54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353" y="4111030"/>
            <a:ext cx="1950889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353" y="4236740"/>
            <a:ext cx="19508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JavaScript Logic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375936" y="3862090"/>
            <a:ext cx="81297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5F54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75936" y="4111030"/>
            <a:ext cx="1950592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6" name="Text 14"/>
          <p:cNvSpPr/>
          <p:nvPr/>
        </p:nvSpPr>
        <p:spPr>
          <a:xfrm>
            <a:off x="7375936" y="4236740"/>
            <a:ext cx="195069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LocalStorage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631320" y="3862090"/>
            <a:ext cx="81297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5F54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31320" y="4111030"/>
            <a:ext cx="1950691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9" name="Text 17"/>
          <p:cNvSpPr/>
          <p:nvPr/>
        </p:nvSpPr>
        <p:spPr>
          <a:xfrm>
            <a:off x="9631320" y="4236740"/>
            <a:ext cx="195079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Updated Dashboard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1871524" y="6459835"/>
            <a:ext cx="3201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711877" cy="311944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673100"/>
            <a:ext cx="2042069" cy="1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57" kern="100" dirty="0">
                <a:solidFill>
                  <a:srgbClr val="000000"/>
                </a:solidFill>
                <a:latin typeface="Martian Mono SemiBold" pitchFamily="34" charset="0"/>
                <a:ea typeface="Martian Mono SemiBold" pitchFamily="34" charset="-122"/>
                <a:cs typeface="Martian Mono SemiBold" pitchFamily="34" charset="-120"/>
              </a:rPr>
              <a:t>VISIBLE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070769"/>
            <a:ext cx="10972526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spc="-56" kern="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 that keep work visible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585" y="1625501"/>
            <a:ext cx="3581310" cy="2235200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854101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2314476"/>
            <a:ext cx="31241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38179" y="2707184"/>
            <a:ext cx="31241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statistics and completion progress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291" y="1625501"/>
            <a:ext cx="3505112" cy="2235200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86" y="1854101"/>
            <a:ext cx="355591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1886" y="2314476"/>
            <a:ext cx="304792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 actions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571886" y="2707184"/>
            <a:ext cx="30479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Add, edit, delete, complete, and uncomplete tasks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00800" y="1625501"/>
            <a:ext cx="3581310" cy="2235200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394" y="1854101"/>
            <a:ext cx="355591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394" y="2314476"/>
            <a:ext cx="31241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Priority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229394" y="2707184"/>
            <a:ext cx="33527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Important tasks and due-date sorting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09585" y="4013101"/>
            <a:ext cx="3581310" cy="2235299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4241701"/>
            <a:ext cx="355591" cy="355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8179" y="4702076"/>
            <a:ext cx="31241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Filtering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38179" y="5094784"/>
            <a:ext cx="31241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 plus status, priority, and category filters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343291" y="4013101"/>
            <a:ext cx="3505112" cy="2235299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86" y="4241701"/>
            <a:ext cx="355591" cy="355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1886" y="4702076"/>
            <a:ext cx="304792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4571886" y="5094784"/>
            <a:ext cx="327651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Dark mode and responsive design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000800" y="4013101"/>
            <a:ext cx="3581310" cy="2235299"/>
          </a:xfrm>
          <a:prstGeom prst="rect">
            <a:avLst/>
          </a:prstGeom>
          <a:solidFill>
            <a:srgbClr val="242424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394" y="4241701"/>
            <a:ext cx="355591" cy="355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29394" y="4702076"/>
            <a:ext cx="31241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handling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8229394" y="5094784"/>
            <a:ext cx="31241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JSON import/export and LocalStorage persistence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1871524" y="6459835"/>
            <a:ext cx="3201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0526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26" kern="100" dirty="0">
                <a:solidFill>
                  <a:srgbClr val="9A9A9A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864916"/>
            <a:ext cx="10972526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80" kern="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with a focused frontend stack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581176"/>
            <a:ext cx="612164" cy="431800"/>
          </a:xfrm>
          <a:prstGeom prst="rect">
            <a:avLst/>
          </a:prstGeom>
          <a:solidFill>
            <a:srgbClr val="F5F547"/>
          </a:solidFill>
          <a:ln w="12700">
            <a:solidFill>
              <a:srgbClr val="DBD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5631" y="2663726"/>
            <a:ext cx="929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9545" y="2638326"/>
            <a:ext cx="4543907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HTML5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99545" y="3091061"/>
            <a:ext cx="454390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Semantic structure, forms, and page components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2581176"/>
            <a:ext cx="612164" cy="431800"/>
          </a:xfrm>
          <a:prstGeom prst="rect">
            <a:avLst/>
          </a:prstGeom>
          <a:solidFill>
            <a:srgbClr val="F5F547"/>
          </a:solidFill>
          <a:ln w="12700">
            <a:solidFill>
              <a:srgbClr val="DBD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4290" y="2663726"/>
            <a:ext cx="929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038204" y="2638326"/>
            <a:ext cx="4543907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CSS3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038204" y="3091061"/>
            <a:ext cx="454390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Responsive layouts, Grid/Flexbox, styling, and themes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5" y="3662561"/>
            <a:ext cx="612164" cy="431800"/>
          </a:xfrm>
          <a:prstGeom prst="rect">
            <a:avLst/>
          </a:prstGeom>
          <a:solidFill>
            <a:srgbClr val="F5F547"/>
          </a:solidFill>
          <a:ln w="12700">
            <a:solidFill>
              <a:srgbClr val="DBD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631" y="3745111"/>
            <a:ext cx="929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99545" y="3719711"/>
            <a:ext cx="4543907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JavaScript ES6+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99545" y="4172446"/>
            <a:ext cx="454390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 manipulation, events, CRUD, search, filtering, sorting, dashboard updates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48244" y="3662561"/>
            <a:ext cx="612164" cy="431800"/>
          </a:xfrm>
          <a:prstGeom prst="rect">
            <a:avLst/>
          </a:prstGeom>
          <a:solidFill>
            <a:srgbClr val="F5F547"/>
          </a:solidFill>
          <a:ln w="12700">
            <a:solidFill>
              <a:srgbClr val="DBDB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4290" y="3745111"/>
            <a:ext cx="929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038204" y="3719711"/>
            <a:ext cx="4543907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LocalStorage API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038204" y="4172446"/>
            <a:ext cx="454390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Persistent browser-based task storage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585" y="4864596"/>
            <a:ext cx="3382977" cy="311944"/>
          </a:xfrm>
          <a:prstGeom prst="rect">
            <a:avLst/>
          </a:prstGeom>
          <a:noFill/>
          <a:ln w="6350">
            <a:solidFill>
              <a:srgbClr val="F5F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582" y="4928096"/>
            <a:ext cx="3713169" cy="1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57" kern="100" dirty="0">
                <a:solidFill>
                  <a:srgbClr val="F5F547"/>
                </a:solidFill>
                <a:latin typeface="Martian Mono SemiBold" pitchFamily="34" charset="0"/>
                <a:ea typeface="Martian Mono SemiBold" pitchFamily="34" charset="-122"/>
                <a:cs typeface="Martian Mono SemiBold" pitchFamily="34" charset="-120"/>
              </a:rPr>
              <a:t>ZERO EXTERNAL DEPENDENCIES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71524" y="6459835"/>
            <a:ext cx="3201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26" kern="100" dirty="0">
                <a:solidFill>
                  <a:srgbClr val="9A9A9A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SYSTEM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spc="-56" kern="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workflow keeps data moving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423988"/>
            <a:ext cx="612164" cy="431800"/>
          </a:xfrm>
          <a:prstGeom prst="rect">
            <a:avLst/>
          </a:prstGeom>
          <a:solidFill>
            <a:srgbClr val="F5F547"/>
          </a:solidFill>
          <a:ln w="12700">
            <a:solidFill>
              <a:srgbClr val="DBD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5631" y="1506538"/>
            <a:ext cx="929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9545" y="1531938"/>
            <a:ext cx="446770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24442" y="1423988"/>
            <a:ext cx="612164" cy="431800"/>
          </a:xfrm>
          <a:prstGeom prst="rect">
            <a:avLst/>
          </a:prstGeom>
          <a:solidFill>
            <a:srgbClr val="F5F547"/>
          </a:solidFill>
          <a:ln w="12700">
            <a:solidFill>
              <a:srgbClr val="DBD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0488" y="1506538"/>
            <a:ext cx="929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114402" y="1531938"/>
            <a:ext cx="446770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HTML5 interface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09585" y="2312988"/>
            <a:ext cx="612164" cy="431800"/>
          </a:xfrm>
          <a:prstGeom prst="rect">
            <a:avLst/>
          </a:prstGeom>
          <a:solidFill>
            <a:srgbClr val="F5F547"/>
          </a:solidFill>
          <a:ln w="12700">
            <a:solidFill>
              <a:srgbClr val="DBD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631" y="2395538"/>
            <a:ext cx="929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99545" y="2420938"/>
            <a:ext cx="446770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CSS3 UI layer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324442" y="2312988"/>
            <a:ext cx="612164" cy="431800"/>
          </a:xfrm>
          <a:prstGeom prst="rect">
            <a:avLst/>
          </a:prstGeom>
          <a:solidFill>
            <a:srgbClr val="F5F547"/>
          </a:solidFill>
          <a:ln w="12700">
            <a:solidFill>
              <a:srgbClr val="DBDB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0488" y="2395538"/>
            <a:ext cx="929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114402" y="2420938"/>
            <a:ext cx="446770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JavaScript application logic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09585" y="3201988"/>
            <a:ext cx="612164" cy="431800"/>
          </a:xfrm>
          <a:prstGeom prst="rect">
            <a:avLst/>
          </a:prstGeom>
          <a:solidFill>
            <a:srgbClr val="F5F547"/>
          </a:solidFill>
          <a:ln w="12700">
            <a:solidFill>
              <a:srgbClr val="DBDB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631" y="3284538"/>
            <a:ext cx="929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99545" y="3309937"/>
            <a:ext cx="446770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 operations: add, edit, delete, complete, filter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324442" y="3201988"/>
            <a:ext cx="612164" cy="431800"/>
          </a:xfrm>
          <a:prstGeom prst="rect">
            <a:avLst/>
          </a:prstGeom>
          <a:solidFill>
            <a:srgbClr val="F5F547"/>
          </a:solidFill>
          <a:ln w="12700">
            <a:solidFill>
              <a:srgbClr val="DBDB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0488" y="3284538"/>
            <a:ext cx="9296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06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114402" y="3309937"/>
            <a:ext cx="446770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LocalStorage → task data → dashboard and task list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09585" y="4000103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JavaScript manages interactions while LocalStorage keeps task data after a browser refresh.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9498" y="1423988"/>
            <a:ext cx="12700" cy="6604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5" y="2078038"/>
            <a:ext cx="5486263" cy="127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9498" y="2084388"/>
            <a:ext cx="12700" cy="8890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2078038"/>
            <a:ext cx="5486263" cy="127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5" y="2967037"/>
            <a:ext cx="5486263" cy="127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28" name="Shape 26"/>
          <p:cNvSpPr/>
          <p:nvPr/>
        </p:nvSpPr>
        <p:spPr>
          <a:xfrm>
            <a:off x="6089498" y="2973388"/>
            <a:ext cx="12700" cy="867966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2967037"/>
            <a:ext cx="5486263" cy="127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30" name="Text 28"/>
          <p:cNvSpPr/>
          <p:nvPr/>
        </p:nvSpPr>
        <p:spPr>
          <a:xfrm>
            <a:off x="11871524" y="6459835"/>
            <a:ext cx="3201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26" kern="100" dirty="0">
                <a:solidFill>
                  <a:srgbClr val="9A9A9A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PROJECT 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spc="-56" kern="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Application screenshots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423988"/>
            <a:ext cx="109725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Replace these clearly labeled placeholders with actual project screenshots. Do not generate fake application screens.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585" y="1982788"/>
            <a:ext cx="5333867" cy="198040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6" name="Shape 4"/>
          <p:cNvSpPr/>
          <p:nvPr/>
        </p:nvSpPr>
        <p:spPr>
          <a:xfrm>
            <a:off x="761981" y="2135188"/>
            <a:ext cx="1691141" cy="291505"/>
          </a:xfrm>
          <a:prstGeom prst="rect">
            <a:avLst/>
          </a:prstGeom>
          <a:noFill/>
          <a:ln w="6350">
            <a:solidFill>
              <a:srgbClr val="F5F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38" y="2188468"/>
            <a:ext cx="2087411" cy="1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12" kern="100" dirty="0">
                <a:solidFill>
                  <a:srgbClr val="F5F547"/>
                </a:solidFill>
                <a:latin typeface="Martian Mono SemiBold" pitchFamily="34" charset="0"/>
                <a:ea typeface="Martian Mono SemiBold" pitchFamily="34" charset="-122"/>
                <a:cs typeface="Martian Mono SemiBold" pitchFamily="34" charset="-120"/>
              </a:rPr>
              <a:t>SCREENSHOT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981" y="2499717"/>
            <a:ext cx="5029074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2952452"/>
            <a:ext cx="53338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Task statistics and progress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8244" y="1982788"/>
            <a:ext cx="5333867" cy="198040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640" y="2135188"/>
            <a:ext cx="1691141" cy="291505"/>
          </a:xfrm>
          <a:prstGeom prst="rect">
            <a:avLst/>
          </a:prstGeom>
          <a:noFill/>
          <a:ln w="6350">
            <a:solidFill>
              <a:srgbClr val="F5F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7297" y="2188468"/>
            <a:ext cx="2087411" cy="1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12" kern="100" dirty="0">
                <a:solidFill>
                  <a:srgbClr val="F5F547"/>
                </a:solidFill>
                <a:latin typeface="Martian Mono SemiBold" pitchFamily="34" charset="0"/>
                <a:ea typeface="Martian Mono SemiBold" pitchFamily="34" charset="-122"/>
                <a:cs typeface="Martian Mono SemiBold" pitchFamily="34" charset="-120"/>
              </a:rPr>
              <a:t>SCREENSHOT 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640" y="2499717"/>
            <a:ext cx="5029074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TASKS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48244" y="2952452"/>
            <a:ext cx="53338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Task management 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585" y="4267994"/>
            <a:ext cx="5333867" cy="198040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6" name="Shape 14"/>
          <p:cNvSpPr/>
          <p:nvPr/>
        </p:nvSpPr>
        <p:spPr>
          <a:xfrm>
            <a:off x="761981" y="4420394"/>
            <a:ext cx="1691141" cy="291505"/>
          </a:xfrm>
          <a:prstGeom prst="rect">
            <a:avLst/>
          </a:prstGeom>
          <a:noFill/>
          <a:ln w="6350">
            <a:solidFill>
              <a:srgbClr val="F5F5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38" y="4473674"/>
            <a:ext cx="2087411" cy="1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12" kern="100" dirty="0">
                <a:solidFill>
                  <a:srgbClr val="F5F547"/>
                </a:solidFill>
                <a:latin typeface="Martian Mono SemiBold" pitchFamily="34" charset="0"/>
                <a:ea typeface="Martian Mono SemiBold" pitchFamily="34" charset="-122"/>
                <a:cs typeface="Martian Mono SemiBold" pitchFamily="34" charset="-120"/>
              </a:rPr>
              <a:t>SCREENSHOT 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1981" y="4784923"/>
            <a:ext cx="5029074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/ EDIT TASK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09585" y="5237659"/>
            <a:ext cx="53338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Task entry form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8244" y="4267994"/>
            <a:ext cx="5333867" cy="198040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640" y="4420394"/>
            <a:ext cx="1691141" cy="291505"/>
          </a:xfrm>
          <a:prstGeom prst="rect">
            <a:avLst/>
          </a:prstGeom>
          <a:noFill/>
          <a:ln w="6350">
            <a:solidFill>
              <a:srgbClr val="F5F5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7297" y="4473674"/>
            <a:ext cx="2087411" cy="1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12" kern="100" dirty="0">
                <a:solidFill>
                  <a:srgbClr val="F5F547"/>
                </a:solidFill>
                <a:latin typeface="Martian Mono SemiBold" pitchFamily="34" charset="0"/>
                <a:ea typeface="Martian Mono SemiBold" pitchFamily="34" charset="-122"/>
                <a:cs typeface="Martian Mono SemiBold" pitchFamily="34" charset="-120"/>
              </a:rPr>
              <a:t>SCREENSHOT 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590" y="4784923"/>
            <a:ext cx="5029074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SETTINGS / DARK MODE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248244" y="5237659"/>
            <a:ext cx="53338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100" dirty="0">
                <a:solidFill>
                  <a:srgbClr val="9A9A9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Preferences and theme controls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871524" y="6459835"/>
            <a:ext cx="3201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482600"/>
            <a:ext cx="688322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26" kern="100" dirty="0">
                <a:solidFill>
                  <a:srgbClr val="9A9A9A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FUTURE ENHANCEMENTS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31789" y="742255"/>
            <a:ext cx="6451439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80" kern="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Next steps can extend the frontend foundation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31789" y="1996976"/>
            <a:ext cx="688322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are future enhancements, not implemented features.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1789" y="2422426"/>
            <a:ext cx="3149521" cy="98861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2651026"/>
            <a:ext cx="269233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authentication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733707" y="2422426"/>
            <a:ext cx="3149521" cy="98861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8" name="Text 6"/>
          <p:cNvSpPr/>
          <p:nvPr/>
        </p:nvSpPr>
        <p:spPr>
          <a:xfrm>
            <a:off x="3962301" y="2651026"/>
            <a:ext cx="2692333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 and database integration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1789" y="3563441"/>
            <a:ext cx="3149521" cy="98861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0" name="Text 8"/>
          <p:cNvSpPr/>
          <p:nvPr/>
        </p:nvSpPr>
        <p:spPr>
          <a:xfrm>
            <a:off x="660383" y="3792041"/>
            <a:ext cx="2692333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 reminders and notifications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733707" y="3563441"/>
            <a:ext cx="3149521" cy="98861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2" name="Text 10"/>
          <p:cNvSpPr/>
          <p:nvPr/>
        </p:nvSpPr>
        <p:spPr>
          <a:xfrm>
            <a:off x="3962301" y="3792041"/>
            <a:ext cx="2692333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Calendar integration and cloud synchronization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31789" y="4704457"/>
            <a:ext cx="3149521" cy="72290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4" name="Text 12"/>
          <p:cNvSpPr/>
          <p:nvPr/>
        </p:nvSpPr>
        <p:spPr>
          <a:xfrm>
            <a:off x="660383" y="4933057"/>
            <a:ext cx="269233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collaboration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3733707" y="4704457"/>
            <a:ext cx="3149521" cy="72290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6" name="Text 14"/>
          <p:cNvSpPr/>
          <p:nvPr/>
        </p:nvSpPr>
        <p:spPr>
          <a:xfrm>
            <a:off x="3962301" y="4933057"/>
            <a:ext cx="269233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application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1789" y="5579765"/>
            <a:ext cx="6451439" cy="72290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8" name="Text 16"/>
          <p:cNvSpPr/>
          <p:nvPr/>
        </p:nvSpPr>
        <p:spPr>
          <a:xfrm>
            <a:off x="660383" y="5808365"/>
            <a:ext cx="59942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productivity analytics</a:t>
            </a:r>
            <a:endParaRPr lang="en-US" sz="15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77895" y="6459835"/>
            <a:ext cx="75196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8978" y="533400"/>
            <a:ext cx="1102332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26" kern="100" dirty="0">
                <a:solidFill>
                  <a:srgbClr val="9A9A9A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PROJECT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8978" y="793055"/>
            <a:ext cx="10413739" cy="308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8800" b="1" spc="-264" kern="100" dirty="0">
                <a:solidFill>
                  <a:srgbClr val="FEFEF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 SIMPLE WAY TO ORGANIZE AND TRACK WORK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888978" y="4099620"/>
            <a:ext cx="2603336" cy="57150"/>
          </a:xfrm>
          <a:prstGeom prst="roundRect">
            <a:avLst>
              <a:gd name="adj" fmla="val 49999"/>
            </a:avLst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4359970"/>
            <a:ext cx="1041373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demonstrates practical HTML5, CSS3, JavaScript, DOM manipulation, CRUD operations, responsive design, and LocalStorage in a focused frontend application.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88978" y="5217220"/>
            <a:ext cx="10413739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spc="-56" kern="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88978" y="5771952"/>
            <a:ext cx="110233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71524" y="6459835"/>
            <a:ext cx="3201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2026-10-06T05:10:06Z</dcterms:created>
  <dcterms:modified xsi:type="dcterms:W3CDTF">2026-10-06T05:10:06Z</dcterms:modified>
</cp:coreProperties>
</file>